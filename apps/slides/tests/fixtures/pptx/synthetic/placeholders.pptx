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Placeholder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quick brown fox jumps over the lazy dog.</a:t>
            </a:r>
          </a:p>
          <a:p>
            <a:r>
              <a:t>Чуєш їх, доцю, га? Кумедна ж ти, прощайся без ґольфів.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