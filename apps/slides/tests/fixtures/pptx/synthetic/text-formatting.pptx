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i="0" sz="1800"/>
              <a:t>Plain </a:t>
            </a:r>
            <a:r>
              <a:rPr b="1" i="0" sz="1800"/>
              <a:t>bold </a:t>
            </a:r>
            <a:r>
              <a:rPr b="0" i="1" sz="1800"/>
              <a:t>italic </a:t>
            </a:r>
            <a:r>
              <a:rPr b="0" i="0" sz="3200"/>
              <a:t>large </a:t>
            </a:r>
            <a:r>
              <a:rPr b="0" i="0" sz="1800">
                <a:solidFill>
                  <a:srgbClr val="FF7A00"/>
                </a:solidFill>
              </a:rPr>
              <a:t>orange</a:t>
            </a:r>
          </a:p>
          <a:p>
            <a:pPr lvl="1"/>
            <a:r>
              <a:t>Чуєш їх, доцю, га? Кумедна ж ти, прощайся без ґольфів.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