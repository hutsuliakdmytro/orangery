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828800"/>
          <a:ext cx="7315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609600">
                <a:tc>
                  <a:txBody>
                    <a:bodyPr/>
                    <a:lstStyle/>
                    <a:p>
                      <a:r>
                        <a:t>Head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Head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Head 3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r>
                        <a:t>r1c0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r1c1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r1c2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r>
                        <a:t>r2c0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r2c1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r2c2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