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orangery.example/deck" TargetMode="External"/><Relationship Id="rId3" Type="http://schemas.openxmlformats.org/officeDocument/2006/relationships/slide" Target="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orangery.example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14400" y="4114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 the 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Onwards</a:t>
            </a:r>
          </a:p>
        </p:txBody>
      </p:sp>
      <p:sp>
        <p:nvSpPr>
          <p:cNvPr id="3" name="Rounded Rectangle 2">
            <a:hlinkClick r:id="" action="ppaction://hlinkshowjump?jump=nextslide"/>
          </p:cNvPr>
          <p:cNvSpPr/>
          <p:nvPr/>
        </p:nvSpPr>
        <p:spPr>
          <a:xfrm>
            <a:off x="914400" y="27432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