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modernComment_1.xml" ContentType="application/vnd.ms-powerpoint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6A9C2E4F-1B33-4E19-9B2C-8F0D5A1C7E22}" name="Petro" initials="P" userId="Petro" providerId="None"/>
</p188:authorLst>
</file>

<file path=ppt/commentAuthors.xml><?xml version="1.0" encoding="utf-8"?>
<p:cmAuthorLst xmlns:p="http://schemas.openxmlformats.org/presentationml/2006/main">
  <p:cmAuthor id="1" name="Olena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commentAuthors" Target="commentAuthors.xml"/><Relationship Id="rId9" Type="http://schemas.microsoft.com/office/powerpoint/2018/8/relationships/authors" Target="authors.xml"/></Relationships>
</file>

<file path=ppt/comments/comment1.xml><?xml version="1.0" encoding="utf-8"?>
<p:cmLst xmlns:p="http://schemas.openxmlformats.org/presentationml/2006/main">
  <p:cm authorId="1" dt="2019-03-04T11:20:00" idx="1">
    <p:pos x="1200" y="800"/>
    <p:text>Tighten this up</p:text>
  </p:cm>
</p:cmLst>
</file>

<file path=ppt/comments/modernComment_1.xml><?xml version="1.0" encoding="utf-8"?>
<p188:cmLst xmlns:a="http://schemas.openxmlformats.org/drawingml/2006/main" xmlns:p188="http://schemas.microsoft.com/office/powerpoint/2018/8/main">
  <p188:cm id="{3D6B1F08-9A44-4C71-B0E5-2C7F4A8D9E10}" authorId="{6A9C2E4F-1B33-4E19-9B2C-8F0D5A1C7E22}" created="2023-02-02T10:00:00.000" status="active">
    <p188:pos x="2400" y="1600"/>
    <p188:txBody>
      <a:bodyPr/>
      <a:lstStyle/>
      <a:p>
        <a:r>
          <a:t>Does this slide still belong here?</a:t>
        </a:r>
      </a:p>
    </p188:txBody>
    <p188:replyLst>
      <p188:reply id="{B1C0A7D2-5E38-4F6A-9C11-7D2E3F4A5B60}" authorId="{6A9C2E4F-1B33-4E19-9B2C-8F0D5A1C7E22}" created="2023-02-02T11:00:00.000">
        <p188:txBody>
          <a:bodyPr/>
          <a:lstStyle/>
          <a:p>
            <a:r>
              <a:t>It does, after the rewrite.</a:t>
            </a:r>
          </a:p>
        </p188:txBody>
      </p188:reply>
    </p188:replyLst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omments" Target="../comments/comment1.xml"/><Relationship Id="rId3" Type="http://schemas.microsoft.com/office/powerpoint/2018/8/relationships/comment" Target="../comments/modernComment_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Reviewed twice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