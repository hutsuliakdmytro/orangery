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161616"/>
          </a:solidFill>
          <a:ln w="254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</a:t>
            </a:r>
          </a:p>
        </p:txBody>
      </p:sp>
      <p:sp>
        <p:nvSpPr>
          <p:cNvPr id="3" name="Oval 2"/>
          <p:cNvSpPr/>
          <p:nvPr/>
        </p:nvSpPr>
        <p:spPr>
          <a:xfrm>
            <a:off x="2468880" y="1371600"/>
            <a:ext cx="1828800" cy="1371600"/>
          </a:xfrm>
          <a:prstGeom prst="ellipse">
            <a:avLst/>
          </a:prstGeom>
          <a:solidFill>
            <a:srgbClr val="161616"/>
          </a:solidFill>
          <a:ln w="254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480560" y="1371600"/>
            <a:ext cx="1828800" cy="1371600"/>
          </a:xfrm>
          <a:prstGeom prst="rightArrow">
            <a:avLst/>
          </a:prstGeom>
          <a:solidFill>
            <a:srgbClr val="161616"/>
          </a:solidFill>
          <a:ln w="254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Right_Arrow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6492240" y="1371600"/>
            <a:ext cx="1828800" cy="1371600"/>
          </a:xfrm>
          <a:prstGeom prst="star5">
            <a:avLst/>
          </a:prstGeom>
          <a:solidFill>
            <a:srgbClr val="161616"/>
          </a:solidFill>
          <a:ln w="254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Star_5_Point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