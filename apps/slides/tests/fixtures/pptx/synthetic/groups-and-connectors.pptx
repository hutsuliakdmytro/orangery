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828800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From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828800"/>
            <a:ext cx="1828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To</a:t>
            </a:r>
          </a:p>
        </p:txBody>
      </p:sp>
      <p:cxnSp>
        <p:nvCxnSpPr>
          <p:cNvPr id="4" name="Connector 3"/>
          <p:cNvCxnSpPr>
            <a:stCxn id="2" idx="3"/>
            <a:endCxn id="3" idx="1"/>
          </p:cNvCxnSpPr>
          <p:nvPr/>
        </p:nvCxnSpPr>
        <p:spPr>
          <a:xfrm>
            <a:off x="2743200" y="2286000"/>
            <a:ext cx="18288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