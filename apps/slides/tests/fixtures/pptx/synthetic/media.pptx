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2.vid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2.vid"/><Relationship Id="rId3" Type="http://schemas.openxmlformats.org/officeDocument/2006/relationships/video" Target="../media/media2.vid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Video</a:t>
            </a:r>
          </a:p>
        </p:txBody>
      </p:sp>
      <p:pic>
        <p:nvPicPr>
          <p:cNvPr id="3" name="movie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2286000"/>
            <a:ext cx="5486400" cy="3200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Audio</a:t>
            </a:r>
          </a:p>
        </p:txBody>
      </p:sp>
      <p:pic>
        <p:nvPicPr>
          <p:cNvPr id="3" name="movie.vid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2743200"/>
            <a:ext cx="914400" cy="914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