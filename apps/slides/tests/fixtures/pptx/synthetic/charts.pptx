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14.2</c:v>
                </c:pt>
                <c:pt idx="2">
                  <c:v>9.8</c:v>
                </c:pt>
                <c:pt idx="3">
                  <c:v>18.1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7.1</c:v>
                </c:pt>
                <c:pt idx="1">
                  <c:v>8.4</c:v>
                </c:pt>
                <c:pt idx="2">
                  <c:v>8.9</c:v>
                </c:pt>
                <c:pt idx="3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14.2</c:v>
                </c:pt>
                <c:pt idx="2">
                  <c:v>9.8</c:v>
                </c:pt>
                <c:pt idx="3">
                  <c:v>18.1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7.1</c:v>
                </c:pt>
                <c:pt idx="1">
                  <c:v>8.4</c:v>
                </c:pt>
                <c:pt idx="2">
                  <c:v>8.9</c:v>
                </c:pt>
                <c:pt idx="3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54880" y="4572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474720"/>
          <a:ext cx="365760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