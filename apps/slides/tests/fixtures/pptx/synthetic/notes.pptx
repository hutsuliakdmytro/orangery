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quick brown fox jumps over the lazy dog. Чуєш їх, доцю, га? Кумедна ж ти, прощайся без ґольфів.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